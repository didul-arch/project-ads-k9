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A072BE-9E07-4F23-B175-7A458BDF8602}" v="89" dt="2025-04-16T06:29:49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012c23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012c23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012c230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012c230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3012c230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3012c230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342a8c4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342a8c4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3012c230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3012c230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3012c230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3012c230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Judul Projek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Nama Kelompok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Latar Belakang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Rumusan masalah, tujuan, manfaat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Metode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SDLC: waterfall / prototyping / scrum / V-model dll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9725" y="1841775"/>
            <a:ext cx="406717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Desain Arsitektur, contoh: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973" y="1640298"/>
            <a:ext cx="6251100" cy="31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Hasil dan Pembahasan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</a:t>
            </a:r>
            <a:r>
              <a:rPr lang="en" dirty="0" err="1"/>
              <a:t>sesuai</a:t>
            </a:r>
            <a:r>
              <a:rPr lang="en" dirty="0"/>
              <a:t> </a:t>
            </a:r>
            <a:r>
              <a:rPr lang="en" dirty="0" err="1"/>
              <a:t>dengan</a:t>
            </a:r>
            <a:r>
              <a:rPr lang="en" dirty="0"/>
              <a:t> </a:t>
            </a:r>
            <a:r>
              <a:rPr lang="en" dirty="0" err="1"/>
              <a:t>tahapan</a:t>
            </a:r>
            <a:r>
              <a:rPr lang="en" dirty="0"/>
              <a:t> di </a:t>
            </a:r>
            <a:r>
              <a:rPr lang="en" dirty="0" err="1"/>
              <a:t>metode</a:t>
            </a:r>
            <a:r>
              <a:rPr lang="en" dirty="0"/>
              <a:t> </a:t>
            </a:r>
            <a:r>
              <a:rPr lang="en" dirty="0" err="1"/>
              <a:t>yg</a:t>
            </a:r>
            <a:r>
              <a:rPr lang="en" dirty="0"/>
              <a:t> </a:t>
            </a:r>
            <a:r>
              <a:rPr lang="en" dirty="0" err="1"/>
              <a:t>dipilih</a:t>
            </a:r>
            <a:r>
              <a:rPr lang="en" dirty="0"/>
              <a:t>, </a:t>
            </a:r>
            <a:r>
              <a:rPr lang="en" dirty="0" err="1"/>
              <a:t>misal</a:t>
            </a:r>
            <a:r>
              <a:rPr lang="en" dirty="0"/>
              <a:t> waterfall)</a:t>
            </a:r>
            <a:endParaRPr dirty="0"/>
          </a:p>
          <a:p>
            <a:pPr>
              <a:spcBef>
                <a:spcPts val="1200"/>
              </a:spcBef>
              <a:buAutoNum type="arabicPeriod"/>
            </a:pPr>
            <a:r>
              <a:rPr lang="en" dirty="0"/>
              <a:t>Requirement gathering &amp; analysis: User Stories, Use Case Diagram</a:t>
            </a:r>
            <a:endParaRPr dirty="0"/>
          </a:p>
          <a:p>
            <a:pPr>
              <a:buAutoNum type="arabicPeriod"/>
            </a:pPr>
            <a:r>
              <a:rPr lang="en" dirty="0"/>
              <a:t>Design: Class Diagram, Activity Diagram, Desain Lo-Fi dan </a:t>
            </a:r>
            <a:r>
              <a:rPr lang="en" dirty="0">
                <a:highlight>
                  <a:srgbClr val="FCE5CD"/>
                </a:highlight>
              </a:rPr>
              <a:t>Hi-Fi (link </a:t>
            </a:r>
            <a:r>
              <a:rPr lang="en" dirty="0" err="1">
                <a:highlight>
                  <a:srgbClr val="FCE5CD"/>
                </a:highlight>
              </a:rPr>
              <a:t>figma</a:t>
            </a:r>
            <a:r>
              <a:rPr lang="en" dirty="0">
                <a:highlight>
                  <a:srgbClr val="FCE5CD"/>
                </a:highlight>
              </a:rPr>
              <a:t>)</a:t>
            </a:r>
            <a:endParaRPr dirty="0">
              <a:highlight>
                <a:srgbClr val="FCE5CD"/>
              </a:highlight>
            </a:endParaRPr>
          </a:p>
          <a:p>
            <a:pPr>
              <a:buAutoNum type="arabicPeriod"/>
            </a:pPr>
            <a:r>
              <a:rPr lang="en" dirty="0" err="1">
                <a:highlight>
                  <a:srgbClr val="FCE5CD"/>
                </a:highlight>
              </a:rPr>
              <a:t>Implementasi</a:t>
            </a:r>
            <a:r>
              <a:rPr lang="en" dirty="0">
                <a:highlight>
                  <a:srgbClr val="FCE5CD"/>
                </a:highlight>
              </a:rPr>
              <a:t>: planning / schedule </a:t>
            </a:r>
            <a:r>
              <a:rPr lang="en" dirty="0" err="1">
                <a:highlight>
                  <a:srgbClr val="FCE5CD"/>
                </a:highlight>
              </a:rPr>
              <a:t>pengerjaan</a:t>
            </a:r>
            <a:r>
              <a:rPr lang="en" dirty="0">
                <a:highlight>
                  <a:srgbClr val="FCE5CD"/>
                </a:highlight>
              </a:rPr>
              <a:t> </a:t>
            </a:r>
            <a:r>
              <a:rPr lang="en" dirty="0" err="1">
                <a:highlight>
                  <a:srgbClr val="FCE5CD"/>
                </a:highlight>
              </a:rPr>
              <a:t>proyek</a:t>
            </a:r>
            <a:endParaRPr lang="en" dirty="0">
              <a:highlight>
                <a:srgbClr val="FCE5CD"/>
              </a:highlight>
            </a:endParaRPr>
          </a:p>
          <a:p>
            <a:pPr>
              <a:buAutoNum type="arabicPeriod"/>
            </a:pPr>
            <a:r>
              <a:rPr lang="en" dirty="0">
                <a:highlight>
                  <a:srgbClr val="FCE5CD"/>
                </a:highlight>
              </a:rPr>
              <a:t>Integration &amp; Testing: test case / user testing </a:t>
            </a:r>
            <a:r>
              <a:rPr lang="en" dirty="0" err="1">
                <a:highlight>
                  <a:srgbClr val="FCE5CD"/>
                </a:highlight>
              </a:rPr>
              <a:t>prototipe</a:t>
            </a:r>
            <a:endParaRPr dirty="0" err="1"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Simpulan dan Saran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DFF615B12F9B49B30A07BFADF5A481" ma:contentTypeVersion="4" ma:contentTypeDescription="Create a new document." ma:contentTypeScope="" ma:versionID="2900bf3bbd748c03b468c39e11a43917">
  <xsd:schema xmlns:xsd="http://www.w3.org/2001/XMLSchema" xmlns:xs="http://www.w3.org/2001/XMLSchema" xmlns:p="http://schemas.microsoft.com/office/2006/metadata/properties" xmlns:ns2="7ec57545-a695-42f3-8d93-f7300be46760" targetNamespace="http://schemas.microsoft.com/office/2006/metadata/properties" ma:root="true" ma:fieldsID="5131c6d24136762a52f6418df3746880" ns2:_="">
    <xsd:import namespace="7ec57545-a695-42f3-8d93-f7300be467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57545-a695-42f3-8d93-f7300be467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E9E273-E2B9-4891-8540-9403C628B22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2BB369-1629-4B44-BDF3-C25CEF28E8D3}">
  <ds:schemaRefs>
    <ds:schemaRef ds:uri="7ec57545-a695-42f3-8d93-f7300be467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3162B5C-C3DC-4149-8A90-3B0E840B7E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On-screen Show (16:9)</PresentationFormat>
  <Paragraphs>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Judul Projek</vt:lpstr>
      <vt:lpstr>Latar Belakang</vt:lpstr>
      <vt:lpstr>Rumusan masalah, tujuan, manfaat</vt:lpstr>
      <vt:lpstr>Metode</vt:lpstr>
      <vt:lpstr>Metode</vt:lpstr>
      <vt:lpstr>Hasil dan Pembahasan</vt:lpstr>
      <vt:lpstr>Simpulan dan Saran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Luqman Fadillah Santoso</dc:creator>
  <cp:lastModifiedBy>Luqman Fadillah Santoso</cp:lastModifiedBy>
  <cp:revision>5</cp:revision>
  <dcterms:modified xsi:type="dcterms:W3CDTF">2026-05-18T14:54:28Z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0x010100A5DFF615B12F9B49B30A07BFADF5A481</vt:lpwstr>
  </property>
</Properties>
</file>